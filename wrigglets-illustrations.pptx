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20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9B2A6D-9DC0-81E1-03C1-4A4D043B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36B08C-361A-667D-8415-FF0D0A463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BA7228-1B4A-FA29-E06C-3C2AC993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6A45E1-8D85-D581-C362-27A7FA59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784145-D8B2-F754-BAC0-DA3D1D2E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677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2A55-E095-B631-7649-D7B63F5E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F483FA-1C2C-47B5-DBB2-080F5A24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E16E62-0F82-0C1F-FD11-7E16A966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59D709-B24F-F4C8-045D-9C0D8516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3DF9CF-4F2C-2B38-C76B-7E1D9E26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340A3-CFFA-CD49-F006-5C9705EEC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121C43-8867-0E1E-DDDE-68B95FC97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BA25F6-82A2-D85D-F117-EC6CDAAC0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91527-B0DD-666D-4164-13348C29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822C15-C171-619C-F088-70ECE88A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67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4ED65-DEEB-4140-0EA7-07932137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E3654F-0918-FC51-F8FE-B6A5314F6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C25106-95E6-974C-2F46-936B23A64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B2F437-154F-3632-FC37-3C778190A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A8CBE4-B34A-B88F-E467-98850A988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64FFC1-A806-46D9-3FB7-E65710C0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421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0DE8B0-F352-6260-5436-301834135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05BC87-4B0A-9CD2-4DF9-AA51DFC6C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6C06969-529A-7563-F180-D3583C1D9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EC8943-7534-A7CE-D352-DC88B02F0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6D10983-996F-9584-C927-DE9CE4CA0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AA3CA56-5F38-048D-271B-9EF366679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0907F3D-19B4-3646-76D6-0247A438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D08A6D-1D4D-37AD-C928-D3F9A468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305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88EC87-0BFC-8F7C-6937-A3D170A6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4419F77-944E-BF09-2F00-15A8303B5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4BBAEA-F72D-1F6D-F57F-758F2525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827689-AAD0-E802-0730-D8C73365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970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4CB709-BE4D-69CC-01DB-937ADEEB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3C3F68-3578-AE89-F007-9F68512D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C714EA-9575-EF13-3CDD-B79DBE48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185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5ED35-5807-F2A3-5374-C7FF0977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629ED1-1995-B0C0-3CAB-6B66FEBC7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D53411-CE0E-B9A3-B9DC-F731DCCC0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17FC31-CFC6-D05C-18C3-D99097AF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97FA2F-AF4C-1BB2-4945-F5E2DCD3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69A6DD-F3AD-F852-E4B4-EA3307E8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523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2283C-0342-F12F-6159-EFBE0814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F50ABB-8A8F-97B9-C173-AA65D66DD8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F956A7-40CE-5779-A631-4E010060B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7F6328-82AE-D304-F2FE-DC1682A3D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6AAC45-4DA4-935C-27C1-5BAA28B2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233926-4534-45E9-4C62-5940075F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05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A8EC36-AF8B-B83D-1EEB-AEDC331D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36850B-D052-F115-FB1D-D379A6FF8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7E409F-219E-7880-DA08-54575F34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4C2A67-D57A-0CF6-95E4-F2E814EC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AE4EDC-F738-DA3D-70F0-606A6922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05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2B3F593-863A-B0A0-1A06-CE61B96AC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E1ADB0-27EC-B717-821C-5268AB0BF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649BD5-EA6C-BF8D-E0BE-A426FC2D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832DC6-C7BA-9FB8-3908-BFE14648C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BDEE6F-8186-3846-288C-D19BD5A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94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42074C-7577-3ECE-BA7C-B0BD2E69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1CD302-4157-CF51-A095-B34363FF6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D2C1A0-D5C0-DB02-F2AF-CFBD4CA49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FEB3B-0545-4BAF-BF41-F5B6F9CBBA57}" type="datetimeFigureOut">
              <a:rPr lang="de-DE" smtClean="0"/>
              <a:t>27.10.2026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35C30-55C7-A5B4-CD43-52DDE80DD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7AB5AA-D9A1-23C3-0E28-47F479226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29686-ECE8-4588-A4F9-1A9CC8B894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72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1ABD361C-36AE-12DA-FC63-C336996ED9BA}"/>
              </a:ext>
            </a:extLst>
          </p:cNvPr>
          <p:cNvSpPr/>
          <p:nvPr/>
        </p:nvSpPr>
        <p:spPr>
          <a:xfrm>
            <a:off x="2372397" y="4431957"/>
            <a:ext cx="3028230" cy="5922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MCP Gateway</a:t>
            </a:r>
          </a:p>
        </p:txBody>
      </p:sp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958728D4-B41D-7918-37D5-3BD7044F629F}"/>
              </a:ext>
            </a:extLst>
          </p:cNvPr>
          <p:cNvSpPr/>
          <p:nvPr/>
        </p:nvSpPr>
        <p:spPr>
          <a:xfrm>
            <a:off x="3896397" y="2727399"/>
            <a:ext cx="650454" cy="1811649"/>
          </a:xfrm>
          <a:prstGeom prst="down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2ACD85B-741F-7E0E-0531-8BA99DF6E934}"/>
              </a:ext>
            </a:extLst>
          </p:cNvPr>
          <p:cNvSpPr/>
          <p:nvPr/>
        </p:nvSpPr>
        <p:spPr>
          <a:xfrm>
            <a:off x="2891382" y="3153708"/>
            <a:ext cx="2509246" cy="792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Context-aware</a:t>
            </a:r>
          </a:p>
          <a:p>
            <a:pPr algn="ctr"/>
            <a:r>
              <a:rPr lang="de-DE" sz="1200" b="1">
                <a:solidFill>
                  <a:schemeClr val="tx1"/>
                </a:solidFill>
              </a:rPr>
              <a:t>Multi-turn prompt injection analysis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3248860-B761-D6E8-ACBA-7C953F73B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300" y="3129231"/>
            <a:ext cx="1051121" cy="111325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46EFB22-EB86-7B37-886A-400C104E1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870" y="118162"/>
            <a:ext cx="3399073" cy="2549305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B2F6AB5B-159B-EA9F-5CE9-C80565C1294B}"/>
              </a:ext>
            </a:extLst>
          </p:cNvPr>
          <p:cNvSpPr/>
          <p:nvPr/>
        </p:nvSpPr>
        <p:spPr>
          <a:xfrm>
            <a:off x="2372397" y="5195763"/>
            <a:ext cx="3028230" cy="149983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bg2">
                    <a:lumMod val="75000"/>
                  </a:schemeClr>
                </a:solidFill>
              </a:rPr>
              <a:t>MCP Servers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08887B2-C91B-D284-4C6D-4832B68A858E}"/>
              </a:ext>
            </a:extLst>
          </p:cNvPr>
          <p:cNvSpPr/>
          <p:nvPr/>
        </p:nvSpPr>
        <p:spPr>
          <a:xfrm>
            <a:off x="6070851" y="1704989"/>
            <a:ext cx="2509246" cy="792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Workflow Control &amp; Persistance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B2966C80-05BF-A352-7889-1D524EE38949}"/>
              </a:ext>
            </a:extLst>
          </p:cNvPr>
          <p:cNvSpPr/>
          <p:nvPr/>
        </p:nvSpPr>
        <p:spPr>
          <a:xfrm>
            <a:off x="6070851" y="3160798"/>
            <a:ext cx="2509246" cy="792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Control Plane</a:t>
            </a:r>
          </a:p>
          <a:p>
            <a:pPr algn="ctr"/>
            <a:r>
              <a:rPr lang="de-DE" sz="1200" b="1">
                <a:solidFill>
                  <a:schemeClr val="tx1"/>
                </a:solidFill>
              </a:rPr>
              <a:t>For Agentic Activities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22C0F4-96EF-4044-EB09-22018A929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631" y="3153709"/>
            <a:ext cx="869598" cy="1079447"/>
          </a:xfrm>
          <a:prstGeom prst="rect">
            <a:avLst/>
          </a:prstGeom>
        </p:spPr>
      </p:pic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E9B4C06B-56B6-667B-5C4C-04F116270B35}"/>
              </a:ext>
            </a:extLst>
          </p:cNvPr>
          <p:cNvSpPr/>
          <p:nvPr/>
        </p:nvSpPr>
        <p:spPr>
          <a:xfrm>
            <a:off x="5246536" y="3325547"/>
            <a:ext cx="978408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3C4F44EB-7274-3564-92BF-2A86DA03830C}"/>
              </a:ext>
            </a:extLst>
          </p:cNvPr>
          <p:cNvSpPr/>
          <p:nvPr/>
        </p:nvSpPr>
        <p:spPr>
          <a:xfrm rot="16200000">
            <a:off x="6919487" y="2535758"/>
            <a:ext cx="877057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0EF034D-337F-55AB-35D8-88160E473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681" y="1218957"/>
            <a:ext cx="1216873" cy="1215248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8E25DCE2-D2FA-1E12-D4BB-CCB98EDF02F4}"/>
              </a:ext>
            </a:extLst>
          </p:cNvPr>
          <p:cNvSpPr/>
          <p:nvPr/>
        </p:nvSpPr>
        <p:spPr>
          <a:xfrm>
            <a:off x="6103393" y="4403755"/>
            <a:ext cx="2509246" cy="792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Budget Control &amp; Limits</a:t>
            </a:r>
          </a:p>
        </p:txBody>
      </p:sp>
      <p:sp>
        <p:nvSpPr>
          <p:cNvPr id="21" name="Pfeil: nach rechts 20">
            <a:extLst>
              <a:ext uri="{FF2B5EF4-FFF2-40B4-BE49-F238E27FC236}">
                <a16:creationId xmlns:a16="http://schemas.microsoft.com/office/drawing/2014/main" id="{E7DD2B38-796C-AD9A-C42A-81DAACA68D4B}"/>
              </a:ext>
            </a:extLst>
          </p:cNvPr>
          <p:cNvSpPr/>
          <p:nvPr/>
        </p:nvSpPr>
        <p:spPr>
          <a:xfrm rot="16200000" flipH="1">
            <a:off x="6986188" y="3932300"/>
            <a:ext cx="728870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111F5A1-930B-2802-E685-756DD3E09C91}"/>
              </a:ext>
            </a:extLst>
          </p:cNvPr>
          <p:cNvSpPr/>
          <p:nvPr/>
        </p:nvSpPr>
        <p:spPr>
          <a:xfrm>
            <a:off x="6103393" y="5366362"/>
            <a:ext cx="2509246" cy="5895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LLM Guardrails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1B641214-2E56-E4F6-E4E0-BE0C825AEF52}"/>
              </a:ext>
            </a:extLst>
          </p:cNvPr>
          <p:cNvSpPr/>
          <p:nvPr/>
        </p:nvSpPr>
        <p:spPr>
          <a:xfrm>
            <a:off x="6103393" y="6106001"/>
            <a:ext cx="2509246" cy="589595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chemeClr val="bg2">
                    <a:lumMod val="75000"/>
                  </a:schemeClr>
                </a:solidFill>
              </a:rPr>
              <a:t>AI Models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49C47EF-C389-843E-C2E1-4484234B8DC5}"/>
              </a:ext>
            </a:extLst>
          </p:cNvPr>
          <p:cNvSpPr/>
          <p:nvPr/>
        </p:nvSpPr>
        <p:spPr>
          <a:xfrm>
            <a:off x="6096000" y="364157"/>
            <a:ext cx="2509246" cy="792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chemeClr val="tx1"/>
                </a:solidFill>
              </a:rPr>
              <a:t>Workflow Level Audit Log</a:t>
            </a:r>
          </a:p>
        </p:txBody>
      </p:sp>
      <p:sp>
        <p:nvSpPr>
          <p:cNvPr id="25" name="Pfeil: nach rechts 24">
            <a:extLst>
              <a:ext uri="{FF2B5EF4-FFF2-40B4-BE49-F238E27FC236}">
                <a16:creationId xmlns:a16="http://schemas.microsoft.com/office/drawing/2014/main" id="{3ECE5B31-EC88-7AA0-FCBF-955D1F075426}"/>
              </a:ext>
            </a:extLst>
          </p:cNvPr>
          <p:cNvSpPr/>
          <p:nvPr/>
        </p:nvSpPr>
        <p:spPr>
          <a:xfrm rot="16200000">
            <a:off x="6959765" y="1164726"/>
            <a:ext cx="792007" cy="484632"/>
          </a:xfrm>
          <a:prstGeom prst="rightArrow">
            <a:avLst/>
          </a:prstGeom>
          <a:solidFill>
            <a:schemeClr val="bg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A22F7DB-2648-9D49-4C83-1C5F05F7602F}"/>
              </a:ext>
            </a:extLst>
          </p:cNvPr>
          <p:cNvSpPr txBox="1"/>
          <p:nvPr/>
        </p:nvSpPr>
        <p:spPr>
          <a:xfrm>
            <a:off x="1020315" y="235918"/>
            <a:ext cx="1696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While they play...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C000772-BAFD-E735-44B0-B572E9442A17}"/>
              </a:ext>
            </a:extLst>
          </p:cNvPr>
          <p:cNvSpPr txBox="1"/>
          <p:nvPr/>
        </p:nvSpPr>
        <p:spPr>
          <a:xfrm>
            <a:off x="8939117" y="5117104"/>
            <a:ext cx="19576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...some other guys must watch &amp; protect.</a:t>
            </a:r>
          </a:p>
        </p:txBody>
      </p:sp>
    </p:spTree>
    <p:extLst>
      <p:ext uri="{BB962C8B-B14F-4D97-AF65-F5344CB8AC3E}">
        <p14:creationId xmlns:p14="http://schemas.microsoft.com/office/powerpoint/2010/main" val="159052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Breitbild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Ralph Göllner</dc:creator>
  <cp:lastModifiedBy>Ralph Göllner</cp:lastModifiedBy>
  <cp:revision>2</cp:revision>
  <dcterms:created xsi:type="dcterms:W3CDTF">2026-10-27T08:59:15Z</dcterms:created>
  <dcterms:modified xsi:type="dcterms:W3CDTF">2026-10-27T09:01:36Z</dcterms:modified>
</cp:coreProperties>
</file>